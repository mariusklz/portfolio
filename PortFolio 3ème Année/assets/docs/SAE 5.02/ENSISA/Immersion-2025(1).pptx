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90" r:id="rId5"/>
    <p:sldId id="291" r:id="rId6"/>
    <p:sldId id="292" r:id="rId7"/>
    <p:sldId id="293" r:id="rId8"/>
    <p:sldId id="294" r:id="rId9"/>
    <p:sldId id="295" r:id="rId10"/>
    <p:sldId id="297" r:id="rId11"/>
    <p:sldId id="298" r:id="rId12"/>
    <p:sldId id="299" r:id="rId13"/>
    <p:sldId id="296" r:id="rId14"/>
    <p:sldId id="275" r:id="rId1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10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custSel modSld modMainMaster modNotesMaster modHandout">
      <pc:chgData name="Fake Test User" userId="SID-0" providerId="Test" clId="FakeClientId" dt="2018-11-30T09:24:43.774" v="36" actId="790"/>
      <pc:docMkLst>
        <pc:docMk/>
      </pc:docMkLst>
      <pc:sldChg chg="modSp modNotes">
        <pc:chgData name="Fake Test User" userId="SID-0" providerId="Test" clId="FakeClientId" dt="2018-11-30T09:24:23.650" v="32" actId="790"/>
        <pc:sldMkLst>
          <pc:docMk/>
          <pc:sldMk cId="1756136185" sldId="257"/>
        </pc:sldMkLst>
        <pc:spChg chg="mod">
          <ac:chgData name="Fake Test User" userId="SID-0" providerId="Test" clId="FakeClientId" dt="2018-11-30T09:17:34.291" v="0" actId="790"/>
          <ac:spMkLst>
            <pc:docMk/>
            <pc:sldMk cId="1756136185" sldId="257"/>
            <ac:spMk id="2" creationId="{00000000-0000-0000-0000-000000000000}"/>
          </ac:spMkLst>
        </pc:spChg>
        <pc:spChg chg="mod">
          <ac:chgData name="Fake Test User" userId="SID-0" providerId="Test" clId="FakeClientId" dt="2018-11-30T09:17:34.291" v="0" actId="790"/>
          <ac:spMkLst>
            <pc:docMk/>
            <pc:sldMk cId="1756136185" sldId="257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1-30T09:24:29.071" v="33" actId="790"/>
        <pc:sldMkLst>
          <pc:docMk/>
          <pc:sldMk cId="3432416375" sldId="258"/>
        </pc:sldMkLst>
        <pc:spChg chg="mod">
          <ac:chgData name="Fake Test User" userId="SID-0" providerId="Test" clId="FakeClientId" dt="2018-11-30T09:17:39.556" v="2" actId="27636"/>
          <ac:spMkLst>
            <pc:docMk/>
            <pc:sldMk cId="3432416375" sldId="258"/>
            <ac:spMk id="13" creationId="{00000000-0000-0000-0000-000000000000}"/>
          </ac:spMkLst>
        </pc:spChg>
        <pc:spChg chg="mod">
          <ac:chgData name="Fake Test User" userId="SID-0" providerId="Test" clId="FakeClientId" dt="2018-11-30T09:17:39.415" v="1" actId="790"/>
          <ac:spMkLst>
            <pc:docMk/>
            <pc:sldMk cId="3432416375" sldId="258"/>
            <ac:spMk id="14" creationId="{00000000-0000-0000-0000-000000000000}"/>
          </ac:spMkLst>
        </pc:spChg>
      </pc:sldChg>
      <pc:sldChg chg="modSp mod modNotes">
        <pc:chgData name="Fake Test User" userId="SID-0" providerId="Test" clId="FakeClientId" dt="2018-11-30T09:24:33.946" v="34" actId="790"/>
        <pc:sldMkLst>
          <pc:docMk/>
          <pc:sldMk cId="1177092903" sldId="259"/>
        </pc:sldMkLst>
        <pc:spChg chg="mod">
          <ac:chgData name="Fake Test User" userId="SID-0" providerId="Test" clId="FakeClientId" dt="2018-11-30T09:17:46.759" v="5" actId="27636"/>
          <ac:spMkLst>
            <pc:docMk/>
            <pc:sldMk cId="1177092903" sldId="259"/>
            <ac:spMk id="2" creationId="{00000000-0000-0000-0000-000000000000}"/>
          </ac:spMkLst>
        </pc:spChg>
        <pc:graphicFrameChg chg="mod">
          <ac:chgData name="Fake Test User" userId="SID-0" providerId="Test" clId="FakeClientId" dt="2018-11-30T09:17:46.759" v="5" actId="27636"/>
          <ac:graphicFrameMkLst>
            <pc:docMk/>
            <pc:sldMk cId="1177092903" sldId="259"/>
            <ac:graphicFrameMk id="6" creationId="{00000000-0000-0000-0000-000000000000}"/>
          </ac:graphicFrameMkLst>
        </pc:graphicFrameChg>
      </pc:sldChg>
      <pc:sldChg chg="modSp modNotes">
        <pc:chgData name="Fake Test User" userId="SID-0" providerId="Test" clId="FakeClientId" dt="2018-11-30T09:24:38.571" v="35" actId="790"/>
        <pc:sldMkLst>
          <pc:docMk/>
          <pc:sldMk cId="2448389070" sldId="260"/>
        </pc:sldMkLst>
        <pc:spChg chg="mod">
          <ac:chgData name="Fake Test User" userId="SID-0" providerId="Test" clId="FakeClientId" dt="2018-11-30T09:19:34.043" v="14" actId="790"/>
          <ac:spMkLst>
            <pc:docMk/>
            <pc:sldMk cId="2448389070" sldId="260"/>
            <ac:spMk id="2" creationId="{00000000-0000-0000-0000-000000000000}"/>
          </ac:spMkLst>
        </pc:spChg>
        <pc:spChg chg="mod">
          <ac:chgData name="Fake Test User" userId="SID-0" providerId="Test" clId="FakeClientId" dt="2018-11-30T09:19:34.043" v="14" actId="790"/>
          <ac:spMkLst>
            <pc:docMk/>
            <pc:sldMk cId="2448389070" sldId="260"/>
            <ac:spMk id="11" creationId="{00000000-0000-0000-0000-000000000000}"/>
          </ac:spMkLst>
        </pc:spChg>
        <pc:graphicFrameChg chg="modGraphic">
          <ac:chgData name="Fake Test User" userId="SID-0" providerId="Test" clId="FakeClientId" dt="2018-11-30T09:19:39.465" v="15" actId="790"/>
          <ac:graphicFrameMkLst>
            <pc:docMk/>
            <pc:sldMk cId="2448389070" sldId="260"/>
            <ac:graphicFrameMk id="4" creationId="{00000000-0000-0000-0000-000000000000}"/>
          </ac:graphicFrameMkLst>
        </pc:graphicFrameChg>
      </pc:sldChg>
      <pc:sldChg chg="modNotes">
        <pc:chgData name="Fake Test User" userId="SID-0" providerId="Test" clId="FakeClientId" dt="2018-11-30T09:24:43.774" v="36" actId="790"/>
        <pc:sldMkLst>
          <pc:docMk/>
          <pc:sldMk cId="997282786" sldId="261"/>
        </pc:sldMkLst>
      </pc:sldChg>
      <pc:sldMasterChg chg="modSp modSldLayout">
        <pc:chgData name="Fake Test User" userId="SID-0" providerId="Test" clId="FakeClientId" dt="2018-11-30T09:23:41.637" v="29" actId="790"/>
        <pc:sldMasterMkLst>
          <pc:docMk/>
          <pc:sldMasterMk cId="981562976" sldId="2147483660"/>
        </pc:sldMasterMkLst>
        <pc:spChg chg="mod">
          <ac:chgData name="Fake Test User" userId="SID-0" providerId="Test" clId="FakeClientId" dt="2018-11-30T09:20:25.196" v="17" actId="790"/>
          <ac:spMkLst>
            <pc:docMk/>
            <pc:sldMasterMk cId="981562976" sldId="2147483660"/>
            <ac:spMk id="2" creationId="{00000000-0000-0000-0000-000000000000}"/>
          </ac:spMkLst>
        </pc:spChg>
        <pc:spChg chg="mod">
          <ac:chgData name="Fake Test User" userId="SID-0" providerId="Test" clId="FakeClientId" dt="2018-11-30T09:20:25.196" v="17" actId="790"/>
          <ac:spMkLst>
            <pc:docMk/>
            <pc:sldMasterMk cId="981562976" sldId="2147483660"/>
            <ac:spMk id="3" creationId="{00000000-0000-0000-0000-000000000000}"/>
          </ac:spMkLst>
        </pc:spChg>
        <pc:spChg chg="mod">
          <ac:chgData name="Fake Test User" userId="SID-0" providerId="Test" clId="FakeClientId" dt="2018-11-30T09:20:25.196" v="17" actId="790"/>
          <ac:spMkLst>
            <pc:docMk/>
            <pc:sldMasterMk cId="981562976" sldId="2147483660"/>
            <ac:spMk id="4" creationId="{00000000-0000-0000-0000-000000000000}"/>
          </ac:spMkLst>
        </pc:spChg>
        <pc:spChg chg="mod">
          <ac:chgData name="Fake Test User" userId="SID-0" providerId="Test" clId="FakeClientId" dt="2018-11-30T09:20:25.196" v="17" actId="790"/>
          <ac:spMkLst>
            <pc:docMk/>
            <pc:sldMasterMk cId="981562976" sldId="2147483660"/>
            <ac:spMk id="5" creationId="{00000000-0000-0000-0000-000000000000}"/>
          </ac:spMkLst>
        </pc:spChg>
        <pc:spChg chg="mod">
          <ac:chgData name="Fake Test User" userId="SID-0" providerId="Test" clId="FakeClientId" dt="2018-11-30T09:20:25.196" v="17" actId="790"/>
          <ac:spMkLst>
            <pc:docMk/>
            <pc:sldMasterMk cId="981562976" sldId="2147483660"/>
            <ac:spMk id="6" creationId="{00000000-0000-0000-0000-000000000000}"/>
          </ac:spMkLst>
        </pc:spChg>
        <pc:sldLayoutChg chg="modSp">
          <pc:chgData name="Fake Test User" userId="SID-0" providerId="Test" clId="FakeClientId" dt="2018-11-30T09:21:06.975" v="18" actId="790"/>
          <pc:sldLayoutMkLst>
            <pc:docMk/>
            <pc:sldMasterMk cId="981562976" sldId="2147483660"/>
            <pc:sldLayoutMk cId="2483261190" sldId="2147483661"/>
          </pc:sldLayoutMkLst>
          <pc:spChg chg="mod">
            <ac:chgData name="Fake Test User" userId="SID-0" providerId="Test" clId="FakeClientId" dt="2018-11-30T09:21:06.975" v="18" actId="790"/>
            <ac:spMkLst>
              <pc:docMk/>
              <pc:sldMasterMk cId="981562976" sldId="2147483660"/>
              <pc:sldLayoutMk cId="2483261190" sldId="2147483661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1:06.975" v="18" actId="790"/>
            <ac:spMkLst>
              <pc:docMk/>
              <pc:sldMasterMk cId="981562976" sldId="2147483660"/>
              <pc:sldLayoutMk cId="2483261190" sldId="2147483661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1:06.975" v="18" actId="790"/>
            <ac:spMkLst>
              <pc:docMk/>
              <pc:sldMasterMk cId="981562976" sldId="2147483660"/>
              <pc:sldLayoutMk cId="2483261190" sldId="2147483661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1:06.975" v="18" actId="790"/>
            <ac:spMkLst>
              <pc:docMk/>
              <pc:sldMasterMk cId="981562976" sldId="2147483660"/>
              <pc:sldLayoutMk cId="2483261190" sldId="2147483661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1:06.975" v="18" actId="790"/>
            <ac:spMkLst>
              <pc:docMk/>
              <pc:sldMasterMk cId="981562976" sldId="2147483660"/>
              <pc:sldLayoutMk cId="2483261190" sldId="2147483661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1:15.146" v="19" actId="790"/>
          <pc:sldLayoutMkLst>
            <pc:docMk/>
            <pc:sldMasterMk cId="981562976" sldId="2147483660"/>
            <pc:sldLayoutMk cId="1702466837" sldId="2147483662"/>
          </pc:sldLayoutMkLst>
          <pc:spChg chg="mod">
            <ac:chgData name="Fake Test User" userId="SID-0" providerId="Test" clId="FakeClientId" dt="2018-11-30T09:21:15.146" v="19" actId="790"/>
            <ac:spMkLst>
              <pc:docMk/>
              <pc:sldMasterMk cId="981562976" sldId="2147483660"/>
              <pc:sldLayoutMk cId="1702466837" sldId="2147483662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1:15.146" v="19" actId="790"/>
            <ac:spMkLst>
              <pc:docMk/>
              <pc:sldMasterMk cId="981562976" sldId="2147483660"/>
              <pc:sldLayoutMk cId="1702466837" sldId="2147483662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1:15.146" v="19" actId="790"/>
            <ac:spMkLst>
              <pc:docMk/>
              <pc:sldMasterMk cId="981562976" sldId="2147483660"/>
              <pc:sldLayoutMk cId="1702466837" sldId="2147483662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1:15.146" v="19" actId="790"/>
            <ac:spMkLst>
              <pc:docMk/>
              <pc:sldMasterMk cId="981562976" sldId="2147483660"/>
              <pc:sldLayoutMk cId="1702466837" sldId="2147483662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1:15.146" v="19" actId="790"/>
            <ac:spMkLst>
              <pc:docMk/>
              <pc:sldMasterMk cId="981562976" sldId="2147483660"/>
              <pc:sldLayoutMk cId="1702466837" sldId="2147483662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1:20.865" v="20" actId="790"/>
          <pc:sldLayoutMkLst>
            <pc:docMk/>
            <pc:sldMasterMk cId="981562976" sldId="2147483660"/>
            <pc:sldLayoutMk cId="1233611818" sldId="2147483663"/>
          </pc:sldLayoutMkLst>
          <pc:spChg chg="mod">
            <ac:chgData name="Fake Test User" userId="SID-0" providerId="Test" clId="FakeClientId" dt="2018-11-30T09:21:20.865" v="20" actId="790"/>
            <ac:spMkLst>
              <pc:docMk/>
              <pc:sldMasterMk cId="981562976" sldId="2147483660"/>
              <pc:sldLayoutMk cId="1233611818" sldId="2147483663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1:20.865" v="20" actId="790"/>
            <ac:spMkLst>
              <pc:docMk/>
              <pc:sldMasterMk cId="981562976" sldId="2147483660"/>
              <pc:sldLayoutMk cId="1233611818" sldId="2147483663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1:20.865" v="20" actId="790"/>
            <ac:spMkLst>
              <pc:docMk/>
              <pc:sldMasterMk cId="981562976" sldId="2147483660"/>
              <pc:sldLayoutMk cId="1233611818" sldId="2147483663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1:20.865" v="20" actId="790"/>
            <ac:spMkLst>
              <pc:docMk/>
              <pc:sldMasterMk cId="981562976" sldId="2147483660"/>
              <pc:sldLayoutMk cId="1233611818" sldId="2147483663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1:20.865" v="20" actId="790"/>
            <ac:spMkLst>
              <pc:docMk/>
              <pc:sldMasterMk cId="981562976" sldId="2147483660"/>
              <pc:sldLayoutMk cId="1233611818" sldId="2147483663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1:26.380" v="21" actId="790"/>
          <pc:sldLayoutMkLst>
            <pc:docMk/>
            <pc:sldMasterMk cId="981562976" sldId="2147483660"/>
            <pc:sldLayoutMk cId="1521872723" sldId="2147483664"/>
          </pc:sldLayoutMkLst>
          <pc:spChg chg="mod">
            <ac:chgData name="Fake Test User" userId="SID-0" providerId="Test" clId="FakeClientId" dt="2018-11-30T09:21:26.380" v="21" actId="790"/>
            <ac:spMkLst>
              <pc:docMk/>
              <pc:sldMasterMk cId="981562976" sldId="2147483660"/>
              <pc:sldLayoutMk cId="1521872723" sldId="2147483664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1:26.380" v="21" actId="790"/>
            <ac:spMkLst>
              <pc:docMk/>
              <pc:sldMasterMk cId="981562976" sldId="2147483660"/>
              <pc:sldLayoutMk cId="1521872723" sldId="2147483664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1:26.380" v="21" actId="790"/>
            <ac:spMkLst>
              <pc:docMk/>
              <pc:sldMasterMk cId="981562976" sldId="2147483660"/>
              <pc:sldLayoutMk cId="1521872723" sldId="2147483664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1:26.380" v="21" actId="790"/>
            <ac:spMkLst>
              <pc:docMk/>
              <pc:sldMasterMk cId="981562976" sldId="2147483660"/>
              <pc:sldLayoutMk cId="1521872723" sldId="2147483664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1:26.380" v="21" actId="790"/>
            <ac:spMkLst>
              <pc:docMk/>
              <pc:sldMasterMk cId="981562976" sldId="2147483660"/>
              <pc:sldLayoutMk cId="1521872723" sldId="2147483664"/>
              <ac:spMk id="6" creationId="{00000000-0000-0000-0000-000000000000}"/>
            </ac:spMkLst>
          </pc:spChg>
          <pc:spChg chg="mod">
            <ac:chgData name="Fake Test User" userId="SID-0" providerId="Test" clId="FakeClientId" dt="2018-11-30T09:21:26.380" v="21" actId="790"/>
            <ac:spMkLst>
              <pc:docMk/>
              <pc:sldMasterMk cId="981562976" sldId="2147483660"/>
              <pc:sldLayoutMk cId="1521872723" sldId="2147483664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1:32.645" v="22" actId="790"/>
          <pc:sldLayoutMkLst>
            <pc:docMk/>
            <pc:sldMasterMk cId="981562976" sldId="2147483660"/>
            <pc:sldLayoutMk cId="1100924916" sldId="2147483665"/>
          </pc:sldLayoutMkLst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6" creationId="{00000000-0000-0000-0000-000000000000}"/>
            </ac:spMkLst>
          </pc:spChg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7" creationId="{00000000-0000-0000-0000-000000000000}"/>
            </ac:spMkLst>
          </pc:spChg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8" creationId="{00000000-0000-0000-0000-000000000000}"/>
            </ac:spMkLst>
          </pc:spChg>
          <pc:spChg chg="mod">
            <ac:chgData name="Fake Test User" userId="SID-0" providerId="Test" clId="FakeClientId" dt="2018-11-30T09:21:32.645" v="22" actId="790"/>
            <ac:spMkLst>
              <pc:docMk/>
              <pc:sldMasterMk cId="981562976" sldId="2147483660"/>
              <pc:sldLayoutMk cId="1100924916" sldId="2147483665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1:44.269" v="23" actId="790"/>
          <pc:sldLayoutMkLst>
            <pc:docMk/>
            <pc:sldMasterMk cId="981562976" sldId="2147483660"/>
            <pc:sldLayoutMk cId="918406868" sldId="2147483666"/>
          </pc:sldLayoutMkLst>
          <pc:spChg chg="mod">
            <ac:chgData name="Fake Test User" userId="SID-0" providerId="Test" clId="FakeClientId" dt="2018-11-30T09:21:44.269" v="23" actId="790"/>
            <ac:spMkLst>
              <pc:docMk/>
              <pc:sldMasterMk cId="981562976" sldId="2147483660"/>
              <pc:sldLayoutMk cId="918406868" sldId="2147483666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1:44.269" v="23" actId="790"/>
            <ac:spMkLst>
              <pc:docMk/>
              <pc:sldMasterMk cId="981562976" sldId="2147483660"/>
              <pc:sldLayoutMk cId="918406868" sldId="2147483666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1:44.269" v="23" actId="790"/>
            <ac:spMkLst>
              <pc:docMk/>
              <pc:sldMasterMk cId="981562976" sldId="2147483660"/>
              <pc:sldLayoutMk cId="918406868" sldId="2147483666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1:44.269" v="23" actId="790"/>
            <ac:spMkLst>
              <pc:docMk/>
              <pc:sldMasterMk cId="981562976" sldId="2147483660"/>
              <pc:sldLayoutMk cId="918406868" sldId="2147483666"/>
              <ac:spMk id="5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3:14.498" v="25" actId="790"/>
          <pc:sldLayoutMkLst>
            <pc:docMk/>
            <pc:sldMasterMk cId="981562976" sldId="2147483660"/>
            <pc:sldLayoutMk cId="2497625034" sldId="2147483667"/>
          </pc:sldLayoutMkLst>
          <pc:spChg chg="mod">
            <ac:chgData name="Fake Test User" userId="SID-0" providerId="Test" clId="FakeClientId" dt="2018-11-30T09:23:14.498" v="25" actId="790"/>
            <ac:spMkLst>
              <pc:docMk/>
              <pc:sldMasterMk cId="981562976" sldId="2147483660"/>
              <pc:sldLayoutMk cId="2497625034" sldId="2147483667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3:14.498" v="25" actId="790"/>
            <ac:spMkLst>
              <pc:docMk/>
              <pc:sldMasterMk cId="981562976" sldId="2147483660"/>
              <pc:sldLayoutMk cId="2497625034" sldId="2147483667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3:14.498" v="25" actId="790"/>
            <ac:spMkLst>
              <pc:docMk/>
              <pc:sldMasterMk cId="981562976" sldId="2147483660"/>
              <pc:sldLayoutMk cId="2497625034" sldId="2147483667"/>
              <ac:spMk id="4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3:21.763" v="26" actId="790"/>
          <pc:sldLayoutMkLst>
            <pc:docMk/>
            <pc:sldMasterMk cId="981562976" sldId="2147483660"/>
            <pc:sldLayoutMk cId="943659482" sldId="2147483668"/>
          </pc:sldLayoutMkLst>
          <pc:spChg chg="mod">
            <ac:chgData name="Fake Test User" userId="SID-0" providerId="Test" clId="FakeClientId" dt="2018-11-30T09:23:21.763" v="26" actId="790"/>
            <ac:spMkLst>
              <pc:docMk/>
              <pc:sldMasterMk cId="981562976" sldId="2147483660"/>
              <pc:sldLayoutMk cId="943659482" sldId="2147483668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3:21.763" v="26" actId="790"/>
            <ac:spMkLst>
              <pc:docMk/>
              <pc:sldMasterMk cId="981562976" sldId="2147483660"/>
              <pc:sldLayoutMk cId="943659482" sldId="2147483668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3:21.763" v="26" actId="790"/>
            <ac:spMkLst>
              <pc:docMk/>
              <pc:sldMasterMk cId="981562976" sldId="2147483660"/>
              <pc:sldLayoutMk cId="943659482" sldId="2147483668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3:21.763" v="26" actId="790"/>
            <ac:spMkLst>
              <pc:docMk/>
              <pc:sldMasterMk cId="981562976" sldId="2147483660"/>
              <pc:sldLayoutMk cId="943659482" sldId="2147483668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3:21.763" v="26" actId="790"/>
            <ac:spMkLst>
              <pc:docMk/>
              <pc:sldMasterMk cId="981562976" sldId="2147483660"/>
              <pc:sldLayoutMk cId="943659482" sldId="2147483668"/>
              <ac:spMk id="6" creationId="{00000000-0000-0000-0000-000000000000}"/>
            </ac:spMkLst>
          </pc:spChg>
          <pc:spChg chg="mod">
            <ac:chgData name="Fake Test User" userId="SID-0" providerId="Test" clId="FakeClientId" dt="2018-11-30T09:23:21.763" v="26" actId="790"/>
            <ac:spMkLst>
              <pc:docMk/>
              <pc:sldMasterMk cId="981562976" sldId="2147483660"/>
              <pc:sldLayoutMk cId="943659482" sldId="2147483668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3:27.450" v="27" actId="790"/>
          <pc:sldLayoutMkLst>
            <pc:docMk/>
            <pc:sldMasterMk cId="981562976" sldId="2147483660"/>
            <pc:sldLayoutMk cId="2522290163" sldId="2147483669"/>
          </pc:sldLayoutMkLst>
          <pc:spChg chg="mod">
            <ac:chgData name="Fake Test User" userId="SID-0" providerId="Test" clId="FakeClientId" dt="2018-11-30T09:23:27.450" v="27" actId="790"/>
            <ac:spMkLst>
              <pc:docMk/>
              <pc:sldMasterMk cId="981562976" sldId="2147483660"/>
              <pc:sldLayoutMk cId="2522290163" sldId="2147483669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3:27.450" v="27" actId="790"/>
            <ac:spMkLst>
              <pc:docMk/>
              <pc:sldMasterMk cId="981562976" sldId="2147483660"/>
              <pc:sldLayoutMk cId="2522290163" sldId="2147483669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3:27.450" v="27" actId="790"/>
            <ac:spMkLst>
              <pc:docMk/>
              <pc:sldMasterMk cId="981562976" sldId="2147483660"/>
              <pc:sldLayoutMk cId="2522290163" sldId="2147483669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3:27.450" v="27" actId="790"/>
            <ac:spMkLst>
              <pc:docMk/>
              <pc:sldMasterMk cId="981562976" sldId="2147483660"/>
              <pc:sldLayoutMk cId="2522290163" sldId="2147483669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3:27.450" v="27" actId="790"/>
            <ac:spMkLst>
              <pc:docMk/>
              <pc:sldMasterMk cId="981562976" sldId="2147483660"/>
              <pc:sldLayoutMk cId="2522290163" sldId="2147483669"/>
              <ac:spMk id="6" creationId="{00000000-0000-0000-0000-000000000000}"/>
            </ac:spMkLst>
          </pc:spChg>
          <pc:spChg chg="mod">
            <ac:chgData name="Fake Test User" userId="SID-0" providerId="Test" clId="FakeClientId" dt="2018-11-30T09:23:27.450" v="27" actId="790"/>
            <ac:spMkLst>
              <pc:docMk/>
              <pc:sldMasterMk cId="981562976" sldId="2147483660"/>
              <pc:sldLayoutMk cId="2522290163" sldId="2147483669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3:34.622" v="28" actId="790"/>
          <pc:sldLayoutMkLst>
            <pc:docMk/>
            <pc:sldMasterMk cId="981562976" sldId="2147483660"/>
            <pc:sldLayoutMk cId="63179575" sldId="2147483670"/>
          </pc:sldLayoutMkLst>
          <pc:spChg chg="mod">
            <ac:chgData name="Fake Test User" userId="SID-0" providerId="Test" clId="FakeClientId" dt="2018-11-30T09:23:34.622" v="28" actId="790"/>
            <ac:spMkLst>
              <pc:docMk/>
              <pc:sldMasterMk cId="981562976" sldId="2147483660"/>
              <pc:sldLayoutMk cId="63179575" sldId="2147483670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3:34.622" v="28" actId="790"/>
            <ac:spMkLst>
              <pc:docMk/>
              <pc:sldMasterMk cId="981562976" sldId="2147483660"/>
              <pc:sldLayoutMk cId="63179575" sldId="2147483670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3:34.622" v="28" actId="790"/>
            <ac:spMkLst>
              <pc:docMk/>
              <pc:sldMasterMk cId="981562976" sldId="2147483660"/>
              <pc:sldLayoutMk cId="63179575" sldId="2147483670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3:34.622" v="28" actId="790"/>
            <ac:spMkLst>
              <pc:docMk/>
              <pc:sldMasterMk cId="981562976" sldId="2147483660"/>
              <pc:sldLayoutMk cId="63179575" sldId="2147483670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3:34.622" v="28" actId="790"/>
            <ac:spMkLst>
              <pc:docMk/>
              <pc:sldMasterMk cId="981562976" sldId="2147483660"/>
              <pc:sldLayoutMk cId="63179575" sldId="2147483670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1-30T09:23:41.637" v="29" actId="790"/>
          <pc:sldLayoutMkLst>
            <pc:docMk/>
            <pc:sldMasterMk cId="981562976" sldId="2147483660"/>
            <pc:sldLayoutMk cId="2446235546" sldId="2147483671"/>
          </pc:sldLayoutMkLst>
          <pc:spChg chg="mod">
            <ac:chgData name="Fake Test User" userId="SID-0" providerId="Test" clId="FakeClientId" dt="2018-11-30T09:23:41.637" v="29" actId="790"/>
            <ac:spMkLst>
              <pc:docMk/>
              <pc:sldMasterMk cId="981562976" sldId="2147483660"/>
              <pc:sldLayoutMk cId="2446235546" sldId="2147483671"/>
              <ac:spMk id="2" creationId="{00000000-0000-0000-0000-000000000000}"/>
            </ac:spMkLst>
          </pc:spChg>
          <pc:spChg chg="mod">
            <ac:chgData name="Fake Test User" userId="SID-0" providerId="Test" clId="FakeClientId" dt="2018-11-30T09:23:41.637" v="29" actId="790"/>
            <ac:spMkLst>
              <pc:docMk/>
              <pc:sldMasterMk cId="981562976" sldId="2147483660"/>
              <pc:sldLayoutMk cId="2446235546" sldId="2147483671"/>
              <ac:spMk id="3" creationId="{00000000-0000-0000-0000-000000000000}"/>
            </ac:spMkLst>
          </pc:spChg>
          <pc:spChg chg="mod">
            <ac:chgData name="Fake Test User" userId="SID-0" providerId="Test" clId="FakeClientId" dt="2018-11-30T09:23:41.637" v="29" actId="790"/>
            <ac:spMkLst>
              <pc:docMk/>
              <pc:sldMasterMk cId="981562976" sldId="2147483660"/>
              <pc:sldLayoutMk cId="2446235546" sldId="2147483671"/>
              <ac:spMk id="4" creationId="{00000000-0000-0000-0000-000000000000}"/>
            </ac:spMkLst>
          </pc:spChg>
          <pc:spChg chg="mod">
            <ac:chgData name="Fake Test User" userId="SID-0" providerId="Test" clId="FakeClientId" dt="2018-11-30T09:23:41.637" v="29" actId="790"/>
            <ac:spMkLst>
              <pc:docMk/>
              <pc:sldMasterMk cId="981562976" sldId="2147483660"/>
              <pc:sldLayoutMk cId="2446235546" sldId="2147483671"/>
              <ac:spMk id="5" creationId="{00000000-0000-0000-0000-000000000000}"/>
            </ac:spMkLst>
          </pc:spChg>
          <pc:spChg chg="mod">
            <ac:chgData name="Fake Test User" userId="SID-0" providerId="Test" clId="FakeClientId" dt="2018-11-30T09:23:41.637" v="29" actId="790"/>
            <ac:spMkLst>
              <pc:docMk/>
              <pc:sldMasterMk cId="981562976" sldId="2147483660"/>
              <pc:sldLayoutMk cId="2446235546" sldId="2147483671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F14959-F237-42B3-BC16-056F75617E8B}" type="datetime1">
              <a:rPr lang="fr-FR" smtClean="0"/>
              <a:t>06/09/2025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33ADDF-418B-4AEE-81B9-E77B3218F8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9590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8331BE7-58FF-4C79-AF16-7FA95C7810EF}" type="datetime1">
              <a:rPr lang="fr-FR" noProof="0" smtClean="0"/>
              <a:t>06/09/2025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75029A-2D1E-47A5-9598-4A9AC47B3AC1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307704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75029A-2D1E-47A5-9598-4A9AC47B3AC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12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75029A-2D1E-47A5-9598-4A9AC47B3AC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29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48326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1480800" cy="674255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193963" y="923636"/>
            <a:ext cx="11656291" cy="5253327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>
          <a:xfrm>
            <a:off x="11074400" y="1731"/>
            <a:ext cx="1117599" cy="672524"/>
          </a:xfrm>
        </p:spPr>
        <p:txBody>
          <a:bodyPr rtlCol="0"/>
          <a:lstStyle>
            <a:lvl1pPr>
              <a:defRPr sz="3600"/>
            </a:lvl1pPr>
          </a:lstStyle>
          <a:p>
            <a:fld id="{062D6987-FB6D-4DB8-81B8-AD0F35E3BB5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46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1480800" cy="674255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>
          <a:xfrm>
            <a:off x="10898910" y="1731"/>
            <a:ext cx="1293090" cy="672524"/>
          </a:xfrm>
        </p:spPr>
        <p:txBody>
          <a:bodyPr rtlCol="0"/>
          <a:lstStyle>
            <a:lvl1pPr>
              <a:defRPr sz="3600"/>
            </a:lvl1pPr>
          </a:lstStyle>
          <a:p>
            <a:fld id="{062D6987-FB6D-4DB8-81B8-AD0F35E3BB5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655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5390C6-CB5E-460F-8EC2-2903C6734F25}" type="datetime1">
              <a:rPr lang="fr-FR" noProof="0" smtClean="0"/>
              <a:t>06/09/2025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4" name="Espace réservé du numéro de diapositive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2D6987-FB6D-4DB8-81B8-AD0F35E3BB5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9762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AC8BFED-38CA-4529-9B69-A67860841B98}" type="datetime1">
              <a:rPr lang="fr-FR" noProof="0" smtClean="0"/>
              <a:t>06/09/2025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62D6987-FB6D-4DB8-81B8-AD0F35E3BB5F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815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7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 rtlCol="0" anchor="t"/>
          <a:lstStyle/>
          <a:p>
            <a:pPr rtl="0"/>
            <a:r>
              <a:rPr lang="fr-FR" dirty="0"/>
              <a:t>Immersion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2000251"/>
            <a:ext cx="9144000" cy="4686300"/>
          </a:xfrm>
        </p:spPr>
        <p:txBody>
          <a:bodyPr rtlCol="0">
            <a:normAutofit fontScale="77500" lnSpcReduction="20000"/>
          </a:bodyPr>
          <a:lstStyle/>
          <a:p>
            <a:r>
              <a:rPr lang="fr-FR" dirty="0"/>
              <a:t>https://e-formation.uha.fr/course/view.php?id=13691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Cyril Meyer</a:t>
            </a:r>
          </a:p>
          <a:p>
            <a:pPr rtl="0"/>
            <a:r>
              <a:rPr lang="fr-FR" dirty="0"/>
              <a:t>Michel </a:t>
            </a:r>
            <a:r>
              <a:rPr lang="fr-FR" dirty="0" err="1"/>
              <a:t>Hassenforder</a:t>
            </a:r>
            <a:endParaRPr lang="fr-FR" dirty="0"/>
          </a:p>
          <a:p>
            <a:pPr rtl="0"/>
            <a:endParaRPr lang="fr-FR" dirty="0"/>
          </a:p>
          <a:p>
            <a:pPr rtl="0"/>
            <a:r>
              <a:rPr lang="fr-FR" dirty="0"/>
              <a:t>Frédéric Fondement</a:t>
            </a:r>
          </a:p>
          <a:p>
            <a:r>
              <a:rPr lang="fr-FR" dirty="0"/>
              <a:t>Jonathan Weber</a:t>
            </a:r>
          </a:p>
          <a:p>
            <a:r>
              <a:rPr lang="fr-FR" dirty="0"/>
              <a:t>Germain Forestier</a:t>
            </a:r>
          </a:p>
          <a:p>
            <a:r>
              <a:rPr lang="fr-FR" dirty="0"/>
              <a:t>Philippe Studer</a:t>
            </a:r>
          </a:p>
          <a:p>
            <a:r>
              <a:rPr lang="fr-FR" dirty="0"/>
              <a:t>Laurent Thiry</a:t>
            </a:r>
          </a:p>
          <a:p>
            <a:r>
              <a:rPr lang="fr-FR" dirty="0"/>
              <a:t>Frédéric </a:t>
            </a:r>
            <a:r>
              <a:rPr lang="fr-FR" dirty="0" err="1"/>
              <a:t>Drouhin</a:t>
            </a:r>
            <a:endParaRPr lang="fr-FR" dirty="0"/>
          </a:p>
          <a:p>
            <a:r>
              <a:rPr lang="fr-FR" dirty="0"/>
              <a:t>Maxime </a:t>
            </a:r>
            <a:r>
              <a:rPr lang="fr-FR" dirty="0" err="1"/>
              <a:t>Devanne</a:t>
            </a:r>
            <a:endParaRPr lang="fr-FR" dirty="0"/>
          </a:p>
          <a:p>
            <a:r>
              <a:rPr lang="fr-FR" dirty="0"/>
              <a:t>Joël Dion</a:t>
            </a:r>
          </a:p>
          <a:p>
            <a:r>
              <a:rPr lang="fr-FR" dirty="0"/>
              <a:t>Albert Arnauld</a:t>
            </a:r>
          </a:p>
          <a:p>
            <a:r>
              <a:rPr lang="fr-FR" dirty="0"/>
              <a:t>Ali El Hadi Ismail </a:t>
            </a:r>
            <a:r>
              <a:rPr lang="fr-FR" dirty="0" err="1"/>
              <a:t>Fawaz</a:t>
            </a:r>
            <a:r>
              <a:rPr lang="fr-FR" dirty="0"/>
              <a:t> </a:t>
            </a:r>
          </a:p>
        </p:txBody>
      </p:sp>
      <p:pic>
        <p:nvPicPr>
          <p:cNvPr id="4" name="Espace réservé du contenu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7" y="0"/>
            <a:ext cx="5000624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dirty="0"/>
              <a:t>Immersion 2025</a:t>
            </a:r>
          </a:p>
        </p:txBody>
      </p:sp>
      <p:sp>
        <p:nvSpPr>
          <p:cNvPr id="14" name="Espace réservé du contenu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514350" lvl="0" indent="-514350" rtl="0">
              <a:buFont typeface="+mj-lt"/>
              <a:buAutoNum type="arabicPeriod"/>
            </a:pPr>
            <a:r>
              <a:rPr lang="fr-FR" dirty="0"/>
              <a:t>Généralités</a:t>
            </a:r>
          </a:p>
          <a:p>
            <a:pPr marL="514350" lvl="0" indent="-514350" rtl="0">
              <a:buFont typeface="+mj-lt"/>
              <a:buAutoNum type="arabicPeriod"/>
            </a:pPr>
            <a:r>
              <a:rPr lang="fr-FR" dirty="0"/>
              <a:t>Calendriers</a:t>
            </a:r>
          </a:p>
          <a:p>
            <a:pPr marL="514350" lvl="0" indent="-514350" rtl="0">
              <a:buFont typeface="+mj-lt"/>
              <a:buAutoNum type="arabicPeriod"/>
            </a:pPr>
            <a:r>
              <a:rPr lang="fr-FR" dirty="0"/>
              <a:t>Groupes</a:t>
            </a:r>
          </a:p>
          <a:p>
            <a:pPr marL="514350" lvl="0" indent="-514350" rtl="0">
              <a:buFont typeface="+mj-lt"/>
              <a:buAutoNum type="arabicPeriod"/>
            </a:pPr>
            <a:r>
              <a:rPr lang="fr-FR" dirty="0"/>
              <a:t>Attendus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Sujet</a:t>
            </a:r>
          </a:p>
        </p:txBody>
      </p:sp>
    </p:spTree>
    <p:extLst>
      <p:ext uri="{BB962C8B-B14F-4D97-AF65-F5344CB8AC3E}">
        <p14:creationId xmlns:p14="http://schemas.microsoft.com/office/powerpoint/2010/main" val="343241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Généralités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/>
              <a:t>Objectifs</a:t>
            </a:r>
          </a:p>
          <a:p>
            <a:endParaRPr lang="fr-FR" dirty="0"/>
          </a:p>
          <a:p>
            <a:pPr lvl="1"/>
            <a:r>
              <a:rPr lang="fr-FR" dirty="0"/>
              <a:t>Plonger dans le monde du futur métier d'ingénieur-informaticien</a:t>
            </a:r>
          </a:p>
          <a:p>
            <a:pPr lvl="1"/>
            <a:r>
              <a:rPr lang="fr-FR" dirty="0"/>
              <a:t>Réaliser une application (ludique) riche</a:t>
            </a:r>
          </a:p>
          <a:p>
            <a:pPr lvl="1"/>
            <a:r>
              <a:rPr lang="fr-FR" dirty="0"/>
              <a:t>Mettre en œuvre de nombreuses technologies indispensables</a:t>
            </a:r>
          </a:p>
          <a:p>
            <a:pPr lvl="1"/>
            <a:r>
              <a:rPr lang="fr-FR" dirty="0"/>
              <a:t>Opérer en totale autonomie (pas de cours formels)</a:t>
            </a:r>
          </a:p>
          <a:p>
            <a:pPr lvl="1"/>
            <a:r>
              <a:rPr lang="fr-FR" dirty="0"/>
              <a:t>Travailler en équipe</a:t>
            </a:r>
          </a:p>
          <a:p>
            <a:pPr lvl="1"/>
            <a:endParaRPr lang="fr-FR" dirty="0"/>
          </a:p>
          <a:p>
            <a:r>
              <a:rPr lang="fr-FR" dirty="0"/>
              <a:t>Conséquences (hard </a:t>
            </a:r>
            <a:r>
              <a:rPr lang="fr-FR" dirty="0" err="1"/>
              <a:t>skills</a:t>
            </a:r>
            <a:r>
              <a:rPr lang="fr-FR" dirty="0"/>
              <a:t>)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Comprendre les enjeux (en évolutions permanentes) du métier </a:t>
            </a:r>
          </a:p>
          <a:p>
            <a:pPr lvl="1"/>
            <a:r>
              <a:rPr lang="fr-FR" dirty="0"/>
              <a:t>Comprendre l'intérêt de la formation</a:t>
            </a:r>
          </a:p>
          <a:p>
            <a:pPr lvl="1"/>
            <a:endParaRPr lang="fr-FR" dirty="0"/>
          </a:p>
          <a:p>
            <a:r>
              <a:rPr lang="fr-FR" dirty="0"/>
              <a:t>Conséquences (soft </a:t>
            </a:r>
            <a:r>
              <a:rPr lang="fr-FR" dirty="0" err="1"/>
              <a:t>skills</a:t>
            </a:r>
            <a:r>
              <a:rPr lang="fr-FR" dirty="0"/>
              <a:t>)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Travailler en équipe (soudée)</a:t>
            </a:r>
          </a:p>
          <a:p>
            <a:pPr lvl="1"/>
            <a:r>
              <a:rPr lang="fr-FR" dirty="0"/>
              <a:t>Coordonner les membres</a:t>
            </a:r>
          </a:p>
          <a:p>
            <a:pPr lvl="1"/>
            <a:r>
              <a:rPr lang="fr-FR" dirty="0"/>
              <a:t>Développer les compétences relationnelles</a:t>
            </a:r>
          </a:p>
        </p:txBody>
      </p:sp>
    </p:spTree>
    <p:extLst>
      <p:ext uri="{BB962C8B-B14F-4D97-AF65-F5344CB8AC3E}">
        <p14:creationId xmlns:p14="http://schemas.microsoft.com/office/powerpoint/2010/main" val="582813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Calendrier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Calendrier général</a:t>
            </a:r>
          </a:p>
          <a:p>
            <a:pPr lvl="1"/>
            <a:r>
              <a:rPr lang="fr-FR" dirty="0"/>
              <a:t>Durée 15 jours</a:t>
            </a:r>
          </a:p>
          <a:p>
            <a:pPr lvl="1"/>
            <a:r>
              <a:rPr lang="fr-FR" dirty="0"/>
              <a:t>Début 8 septembre 2025</a:t>
            </a:r>
          </a:p>
          <a:p>
            <a:pPr lvl="1"/>
            <a:r>
              <a:rPr lang="fr-FR" dirty="0"/>
              <a:t>Fin 19 septembre 2025</a:t>
            </a:r>
          </a:p>
          <a:p>
            <a:r>
              <a:rPr lang="fr-FR" dirty="0"/>
              <a:t>Calendrier journalier</a:t>
            </a:r>
          </a:p>
          <a:p>
            <a:pPr lvl="1"/>
            <a:r>
              <a:rPr lang="fr-FR" dirty="0"/>
              <a:t>9h00 à 10h00 - un topo sur un sujet particulier</a:t>
            </a:r>
          </a:p>
          <a:p>
            <a:pPr lvl="1"/>
            <a:r>
              <a:rPr lang="fr-FR" dirty="0"/>
              <a:t>10h00 à 12h00 - travail en groupe dans une salle dédiée</a:t>
            </a:r>
          </a:p>
          <a:p>
            <a:pPr lvl="1"/>
            <a:r>
              <a:rPr lang="fr-FR" dirty="0"/>
              <a:t>14h00 à 18h00 - travail en groupe dans une salle dédiée</a:t>
            </a:r>
          </a:p>
          <a:p>
            <a:r>
              <a:rPr lang="fr-FR" dirty="0"/>
              <a:t>Salles réservées pour le travail en groupe</a:t>
            </a:r>
          </a:p>
          <a:p>
            <a:pPr lvl="1"/>
            <a:r>
              <a:rPr lang="fr-FR" dirty="0"/>
              <a:t>TP1, TP2, TP3, TP4</a:t>
            </a:r>
          </a:p>
          <a:p>
            <a:pPr lvl="1"/>
            <a:r>
              <a:rPr lang="fr-FR" dirty="0"/>
              <a:t>2/3 groupes par salle</a:t>
            </a:r>
          </a:p>
        </p:txBody>
      </p:sp>
    </p:spTree>
    <p:extLst>
      <p:ext uri="{BB962C8B-B14F-4D97-AF65-F5344CB8AC3E}">
        <p14:creationId xmlns:p14="http://schemas.microsoft.com/office/powerpoint/2010/main" val="389595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Calendrier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Les topos</a:t>
            </a:r>
          </a:p>
          <a:p>
            <a:pPr lvl="1"/>
            <a:r>
              <a:rPr lang="fr-FR" dirty="0"/>
              <a:t>9h00 à 10h00 par un enseignant</a:t>
            </a:r>
          </a:p>
          <a:p>
            <a:pPr lvl="1"/>
            <a:r>
              <a:rPr lang="fr-FR" dirty="0"/>
              <a:t>Le grand amphi</a:t>
            </a:r>
          </a:p>
          <a:p>
            <a:r>
              <a:rPr lang="fr-FR" dirty="0"/>
              <a:t>Thèmes</a:t>
            </a:r>
          </a:p>
          <a:p>
            <a:pPr lvl="1"/>
            <a:r>
              <a:rPr lang="fr-FR" dirty="0"/>
              <a:t>Lundi : Frédéric Fondement - Gestion des sources</a:t>
            </a:r>
          </a:p>
          <a:p>
            <a:pPr lvl="1"/>
            <a:r>
              <a:rPr lang="fr-FR" dirty="0"/>
              <a:t>Mardi : Joël Dion - IA</a:t>
            </a:r>
          </a:p>
          <a:p>
            <a:pPr lvl="1"/>
            <a:r>
              <a:rPr lang="fr-FR" dirty="0"/>
              <a:t>Mercredi : Michel Hassenforder - Réseaux</a:t>
            </a:r>
          </a:p>
          <a:p>
            <a:pPr lvl="1"/>
            <a:r>
              <a:rPr lang="fr-FR" dirty="0"/>
              <a:t>Jeudi : Philippe Studer - IHM</a:t>
            </a:r>
          </a:p>
          <a:p>
            <a:pPr lvl="1"/>
            <a:r>
              <a:rPr lang="fr-FR" dirty="0"/>
              <a:t>Vendredi : Frédéric Fondement - Tests</a:t>
            </a:r>
          </a:p>
          <a:p>
            <a:pPr lvl="1"/>
            <a:r>
              <a:rPr lang="fr-FR" dirty="0"/>
              <a:t>Lundi : Jonathan Weber &amp; Germain Forestier - Bonnes pratiques</a:t>
            </a:r>
          </a:p>
          <a:p>
            <a:pPr lvl="1"/>
            <a:r>
              <a:rPr lang="fr-FR" dirty="0"/>
              <a:t>Mardi : Laurent Thiry - Documentation</a:t>
            </a:r>
          </a:p>
          <a:p>
            <a:pPr lvl="1"/>
            <a:r>
              <a:rPr lang="fr-FR" dirty="0"/>
              <a:t>Mercredi : Frédéric </a:t>
            </a:r>
            <a:r>
              <a:rPr lang="fr-FR" dirty="0" err="1"/>
              <a:t>Drouhin</a:t>
            </a:r>
            <a:r>
              <a:rPr lang="fr-FR" dirty="0"/>
              <a:t> - Automatisation</a:t>
            </a:r>
          </a:p>
          <a:p>
            <a:pPr lvl="1"/>
            <a:r>
              <a:rPr lang="fr-FR" dirty="0"/>
              <a:t>Jeudi : AHAB </a:t>
            </a:r>
          </a:p>
        </p:txBody>
      </p:sp>
    </p:spTree>
    <p:extLst>
      <p:ext uri="{BB962C8B-B14F-4D97-AF65-F5344CB8AC3E}">
        <p14:creationId xmlns:p14="http://schemas.microsoft.com/office/powerpoint/2010/main" val="24396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Calendrier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/>
              <a:t>Les tournois du dernier vendredi</a:t>
            </a:r>
          </a:p>
          <a:p>
            <a:pPr lvl="1"/>
            <a:r>
              <a:rPr lang="fr-FR" dirty="0"/>
              <a:t>Attention c'est du prévisionnel</a:t>
            </a:r>
          </a:p>
          <a:p>
            <a:r>
              <a:rPr lang="fr-FR" dirty="0"/>
              <a:t>9h00 à 9h30 - qualifications</a:t>
            </a:r>
          </a:p>
          <a:p>
            <a:pPr lvl="1"/>
            <a:r>
              <a:rPr lang="fr-FR" dirty="0"/>
              <a:t>Deux équipes par salle </a:t>
            </a:r>
            <a:r>
              <a:rPr lang="fr-FR" dirty="0" err="1"/>
              <a:t>TPx</a:t>
            </a:r>
            <a:endParaRPr lang="fr-FR" dirty="0"/>
          </a:p>
          <a:p>
            <a:pPr lvl="1"/>
            <a:r>
              <a:rPr lang="fr-FR" dirty="0"/>
              <a:t>Deux duels blitz en mode manuel sur une machine</a:t>
            </a:r>
          </a:p>
          <a:p>
            <a:pPr lvl="1"/>
            <a:r>
              <a:rPr lang="fr-FR" dirty="0"/>
              <a:t>1 équipe éliminée par salle</a:t>
            </a:r>
          </a:p>
          <a:p>
            <a:r>
              <a:rPr lang="fr-FR" dirty="0"/>
              <a:t>9h30 à 10h00 - repêchage</a:t>
            </a:r>
          </a:p>
          <a:p>
            <a:pPr lvl="1"/>
            <a:r>
              <a:rPr lang="fr-FR" dirty="0"/>
              <a:t>Les perdants : duel en mode IA sur vos machines les vainqueurs repêchés</a:t>
            </a:r>
          </a:p>
          <a:p>
            <a:r>
              <a:rPr lang="fr-FR" dirty="0"/>
              <a:t>10h30 à 11h00 - tournois</a:t>
            </a:r>
          </a:p>
          <a:p>
            <a:pPr lvl="1"/>
            <a:r>
              <a:rPr lang="fr-FR" dirty="0"/>
              <a:t>Trois équipes par salle </a:t>
            </a:r>
            <a:r>
              <a:rPr lang="fr-FR" dirty="0" err="1"/>
              <a:t>TPx</a:t>
            </a:r>
            <a:endParaRPr lang="fr-FR" dirty="0"/>
          </a:p>
          <a:p>
            <a:pPr lvl="1"/>
            <a:r>
              <a:rPr lang="fr-FR" dirty="0"/>
              <a:t>Trois duels en mode IA sur vos machines</a:t>
            </a:r>
          </a:p>
          <a:p>
            <a:pPr lvl="1"/>
            <a:r>
              <a:rPr lang="fr-FR" dirty="0"/>
              <a:t>1 équipe éliminée par salle</a:t>
            </a:r>
          </a:p>
          <a:p>
            <a:r>
              <a:rPr lang="fr-FR" dirty="0"/>
              <a:t>11h00 à 11h30 - demi finale croisée</a:t>
            </a:r>
          </a:p>
          <a:p>
            <a:pPr lvl="1"/>
            <a:r>
              <a:rPr lang="fr-FR" dirty="0"/>
              <a:t>Dans le Grand Amphi</a:t>
            </a:r>
          </a:p>
          <a:p>
            <a:pPr lvl="1"/>
            <a:r>
              <a:rPr lang="fr-FR" dirty="0"/>
              <a:t>Deux duels (1</a:t>
            </a:r>
            <a:r>
              <a:rPr lang="fr-FR" baseline="30000" dirty="0"/>
              <a:t>er</a:t>
            </a:r>
            <a:r>
              <a:rPr lang="fr-FR" dirty="0"/>
              <a:t> contre 2</a:t>
            </a:r>
            <a:r>
              <a:rPr lang="fr-FR" baseline="30000" dirty="0"/>
              <a:t>ème</a:t>
            </a:r>
            <a:r>
              <a:rPr lang="fr-FR" dirty="0"/>
              <a:t>) sur une machine école en mode IA</a:t>
            </a:r>
          </a:p>
          <a:p>
            <a:r>
              <a:rPr lang="fr-FR" dirty="0"/>
              <a:t>11h30 à 12h00 - Finale</a:t>
            </a:r>
          </a:p>
          <a:p>
            <a:pPr lvl="1"/>
            <a:r>
              <a:rPr lang="fr-FR" dirty="0"/>
              <a:t>Dans le Grand Amphi</a:t>
            </a:r>
          </a:p>
          <a:p>
            <a:pPr lvl="1"/>
            <a:r>
              <a:rPr lang="fr-FR" dirty="0"/>
              <a:t>Un duel (1</a:t>
            </a:r>
            <a:r>
              <a:rPr lang="fr-FR" baseline="30000" dirty="0"/>
              <a:t>er</a:t>
            </a:r>
            <a:r>
              <a:rPr lang="fr-FR" dirty="0"/>
              <a:t> contre 1</a:t>
            </a:r>
            <a:r>
              <a:rPr lang="fr-FR" baseline="30000" dirty="0"/>
              <a:t>er</a:t>
            </a:r>
            <a:r>
              <a:rPr lang="fr-FR" dirty="0"/>
              <a:t>) sur une machine école en mode IA</a:t>
            </a:r>
          </a:p>
        </p:txBody>
      </p:sp>
    </p:spTree>
    <p:extLst>
      <p:ext uri="{BB962C8B-B14F-4D97-AF65-F5344CB8AC3E}">
        <p14:creationId xmlns:p14="http://schemas.microsoft.com/office/powerpoint/2010/main" val="87239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Groupes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groupes</a:t>
            </a:r>
          </a:p>
          <a:p>
            <a:pPr lvl="1"/>
            <a:r>
              <a:rPr lang="fr-FR" dirty="0"/>
              <a:t>8 groupes de 7 personnes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constitués scientifiquement</a:t>
            </a:r>
          </a:p>
          <a:p>
            <a:pPr lvl="1"/>
            <a:r>
              <a:rPr lang="fr-FR" dirty="0"/>
              <a:t>mélange des élèves provenant de chaque origine</a:t>
            </a:r>
          </a:p>
          <a:p>
            <a:pPr lvl="2"/>
            <a:r>
              <a:rPr lang="fr-FR" dirty="0"/>
              <a:t>BUT, Campus, PC, MP, etc.</a:t>
            </a:r>
          </a:p>
          <a:p>
            <a:pPr lvl="1"/>
            <a:r>
              <a:rPr lang="fr-FR" dirty="0"/>
              <a:t>pour favoriser les softs </a:t>
            </a:r>
            <a:r>
              <a:rPr lang="fr-FR" dirty="0" err="1"/>
              <a:t>skills</a:t>
            </a:r>
            <a:endParaRPr lang="fr-FR" dirty="0"/>
          </a:p>
          <a:p>
            <a:pPr lvl="1"/>
            <a:r>
              <a:rPr lang="fr-FR" dirty="0"/>
              <a:t>immuables sauf cas extrême</a:t>
            </a:r>
          </a:p>
        </p:txBody>
      </p:sp>
    </p:spTree>
    <p:extLst>
      <p:ext uri="{BB962C8B-B14F-4D97-AF65-F5344CB8AC3E}">
        <p14:creationId xmlns:p14="http://schemas.microsoft.com/office/powerpoint/2010/main" val="142480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Groupes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6140B95-E74A-42F0-8A36-042F2E584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159536"/>
              </p:ext>
            </p:extLst>
          </p:nvPr>
        </p:nvGraphicFramePr>
        <p:xfrm>
          <a:off x="333955" y="674255"/>
          <a:ext cx="11346507" cy="6589839"/>
        </p:xfrm>
        <a:graphic>
          <a:graphicData uri="http://schemas.openxmlformats.org/drawingml/2006/table">
            <a:tbl>
              <a:tblPr/>
              <a:tblGrid>
                <a:gridCol w="1260723">
                  <a:extLst>
                    <a:ext uri="{9D8B030D-6E8A-4147-A177-3AD203B41FA5}">
                      <a16:colId xmlns:a16="http://schemas.microsoft.com/office/drawing/2014/main" val="1176432931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1423720875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3843666772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687141063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2120986456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352741102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1309270362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2655027721"/>
                    </a:ext>
                  </a:extLst>
                </a:gridCol>
                <a:gridCol w="1260723">
                  <a:extLst>
                    <a:ext uri="{9D8B030D-6E8A-4147-A177-3AD203B41FA5}">
                      <a16:colId xmlns:a16="http://schemas.microsoft.com/office/drawing/2014/main" val="1516842420"/>
                    </a:ext>
                  </a:extLst>
                </a:gridCol>
              </a:tblGrid>
              <a:tr h="279902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1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2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3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4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5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6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7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8</a:t>
                      </a:r>
                      <a:br>
                        <a:rPr lang="fr-FR" sz="1400" b="1" dirty="0">
                          <a:effectLst/>
                        </a:rPr>
                      </a:b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effectLst/>
                        </a:rPr>
                        <a:t>Groupe 9</a:t>
                      </a:r>
                      <a:endParaRPr lang="fr-FR" sz="14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581265"/>
                  </a:ext>
                </a:extLst>
              </a:tr>
              <a:tr h="522388"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Abahmane Hadil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Akgun Alan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Badreddine Iheb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Boeglin Corentin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Chouffai Omar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Asmar Oumnia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Bozkurt Mehmet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Chuzeville Marius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Bouchehit Adnane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176056"/>
                  </a:ext>
                </a:extLst>
              </a:tr>
              <a:tr h="522388"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Adam Kylian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Banocay Corentin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Bah Ibrahima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Diallo Mamadou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Fontaine Romain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Fritschy Matheo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Dahmani Rayhan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Diouf Aminta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effectLst/>
                        </a:rPr>
                        <a:t>Karraji</a:t>
                      </a:r>
                      <a:r>
                        <a:rPr lang="fr-FR" sz="1600" dirty="0">
                          <a:effectLst/>
                        </a:rPr>
                        <a:t> Mohammed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233129"/>
                  </a:ext>
                </a:extLst>
              </a:tr>
              <a:tr h="679104"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Bouguerri Sofiane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effectLst/>
                        </a:rPr>
                        <a:t>Claude </a:t>
                      </a:r>
                      <a:r>
                        <a:rPr lang="fr-FR" sz="1600" dirty="0" err="1">
                          <a:effectLst/>
                        </a:rPr>
                        <a:t>Loic</a:t>
                      </a:r>
                      <a:endParaRPr lang="fr-FR" sz="16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Dagon Lucas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El Chater Georges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Francois--Batteangzloia 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Helsly--Huet Cylian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Demirel Yunus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Knoblauch Benjamin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Koerber Julien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503962"/>
                  </a:ext>
                </a:extLst>
              </a:tr>
              <a:tr h="522388"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Garnier Baptiste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Darkaoui Ayoub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El Aissaoui Moadh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Fiault Kioko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Malegue Gabriel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Nechaev Vladimir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Karbil Nour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Louis Mathis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effectLst/>
                        </a:rPr>
                        <a:t>Michel Jonathan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250975"/>
                  </a:ext>
                </a:extLst>
              </a:tr>
              <a:tr h="835820"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effectLst/>
                        </a:rPr>
                        <a:t>Idelkaid</a:t>
                      </a:r>
                      <a:r>
                        <a:rPr lang="fr-FR" sz="1600" dirty="0">
                          <a:effectLst/>
                        </a:rPr>
                        <a:t> </a:t>
                      </a:r>
                      <a:r>
                        <a:rPr lang="fr-FR" sz="1600" dirty="0" err="1">
                          <a:effectLst/>
                        </a:rPr>
                        <a:t>Zyad</a:t>
                      </a:r>
                      <a:endParaRPr lang="fr-FR" sz="16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El Maallem Ismail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El Azhari Amine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Maurer Loïc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Mbau Daris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Pastres Nolan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Keltz Marius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Montabord Marc-Alexandre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Obie Obolo Becker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914679"/>
                  </a:ext>
                </a:extLst>
              </a:tr>
              <a:tr h="522388"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Lefebvre Mael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Leray Valentin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Fellah Arij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Mauroy Anna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Trag Marcelin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Vasiliev Vladyslav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Runser Gregory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Sabane Khaled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effectLst/>
                        </a:rPr>
                        <a:t>Ribeiro </a:t>
                      </a:r>
                      <a:r>
                        <a:rPr lang="fr-FR" sz="1600" dirty="0" err="1">
                          <a:effectLst/>
                        </a:rPr>
                        <a:t>Chloe</a:t>
                      </a:r>
                      <a:endParaRPr lang="fr-FR" sz="1600" dirty="0">
                        <a:effectLst/>
                      </a:endParaRP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182481"/>
                  </a:ext>
                </a:extLst>
              </a:tr>
              <a:tr h="679104"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Obie Obolo Becker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effectLst/>
                        </a:rPr>
                        <a:t>Prevot</a:t>
                      </a:r>
                      <a:r>
                        <a:rPr lang="fr-FR" sz="1600" dirty="0">
                          <a:effectLst/>
                        </a:rPr>
                        <a:t> Valentin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effectLst/>
                        </a:rPr>
                        <a:t>Martin-</a:t>
                      </a:r>
                      <a:r>
                        <a:rPr lang="fr-FR" sz="1600" dirty="0" err="1">
                          <a:effectLst/>
                        </a:rPr>
                        <a:t>Rakytova</a:t>
                      </a:r>
                      <a:r>
                        <a:rPr lang="fr-FR" sz="1600" dirty="0">
                          <a:effectLst/>
                        </a:rPr>
                        <a:t> Richard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Miras Alexis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Zammit Chatti Mohamed Ali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Zahraman Omar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Schossig Guillaume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Zekari Adam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>
                          <a:effectLst/>
                        </a:rPr>
                        <a:t>Vargiu Matteo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023593"/>
                  </a:ext>
                </a:extLst>
              </a:tr>
              <a:tr h="1159117"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effectLst/>
                        </a:rPr>
                        <a:t>Thenlot</a:t>
                      </a:r>
                      <a:r>
                        <a:rPr lang="fr-FR" sz="1600" dirty="0">
                          <a:effectLst/>
                        </a:rPr>
                        <a:t> Yan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effectLst/>
                        </a:rPr>
                        <a:t>Wickers</a:t>
                      </a:r>
                      <a:r>
                        <a:rPr lang="fr-FR" sz="1600" dirty="0">
                          <a:effectLst/>
                        </a:rPr>
                        <a:t> Nolann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effectLst/>
                        </a:rPr>
                        <a:t>Jaeger Bastian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dirty="0">
                        <a:effectLst/>
                      </a:endParaRPr>
                    </a:p>
                    <a:p>
                      <a:pPr algn="l"/>
                      <a:r>
                        <a:rPr lang="fr-FR" sz="1600" dirty="0"/>
                        <a:t> 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 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 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 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 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 </a:t>
                      </a:r>
                    </a:p>
                  </a:txBody>
                  <a:tcPr marL="38107" marR="38107" marT="19053" marB="190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850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73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Attendus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Une participation active des équipes</a:t>
            </a:r>
          </a:p>
          <a:p>
            <a:r>
              <a:rPr lang="fr-FR" dirty="0"/>
              <a:t>Une participation active des membres</a:t>
            </a:r>
          </a:p>
          <a:p>
            <a:endParaRPr lang="fr-FR" dirty="0"/>
          </a:p>
          <a:p>
            <a:r>
              <a:rPr lang="fr-FR" dirty="0"/>
              <a:t>Une application qui s'appuie proprement sur les topos</a:t>
            </a:r>
          </a:p>
          <a:p>
            <a:pPr lvl="1"/>
            <a:r>
              <a:rPr lang="fr-FR" dirty="0"/>
              <a:t>(SCM, IA, IHM, NET, DOC, GP, MAKE, ...)</a:t>
            </a:r>
          </a:p>
          <a:p>
            <a:endParaRPr lang="fr-FR" dirty="0"/>
          </a:p>
          <a:p>
            <a:r>
              <a:rPr lang="fr-FR" dirty="0"/>
              <a:t>Une application qui marche en manuel</a:t>
            </a:r>
          </a:p>
          <a:p>
            <a:r>
              <a:rPr lang="fr-FR" dirty="0"/>
              <a:t>Une application qui marche avec une IA</a:t>
            </a:r>
          </a:p>
          <a:p>
            <a:endParaRPr lang="fr-FR" dirty="0"/>
          </a:p>
          <a:p>
            <a:r>
              <a:rPr lang="fr-FR" dirty="0"/>
              <a:t>Des combats acharnés</a:t>
            </a:r>
          </a:p>
          <a:p>
            <a:endParaRPr lang="fr-FR" dirty="0"/>
          </a:p>
          <a:p>
            <a:r>
              <a:rPr lang="fr-FR" dirty="0"/>
              <a:t>Nous on va devoir noter (résultats, participation, enthousiasme, )</a:t>
            </a:r>
          </a:p>
        </p:txBody>
      </p:sp>
    </p:spTree>
    <p:extLst>
      <p:ext uri="{BB962C8B-B14F-4D97-AF65-F5344CB8AC3E}">
        <p14:creationId xmlns:p14="http://schemas.microsoft.com/office/powerpoint/2010/main" val="83939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Attendus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Evaluation</a:t>
            </a:r>
          </a:p>
          <a:p>
            <a:pPr lvl="1"/>
            <a:r>
              <a:rPr lang="fr-FR" dirty="0"/>
              <a:t>La présence est obligatoire</a:t>
            </a:r>
          </a:p>
          <a:p>
            <a:pPr lvl="1"/>
            <a:r>
              <a:rPr lang="fr-FR" dirty="0"/>
              <a:t>Le dépôt du projet est obligatoire</a:t>
            </a:r>
          </a:p>
          <a:p>
            <a:pPr lvl="1"/>
            <a:r>
              <a:rPr lang="fr-FR" dirty="0"/>
              <a:t>Chaque enseignant va évaluer la contribution de son topo</a:t>
            </a:r>
          </a:p>
          <a:p>
            <a:pPr lvl="1"/>
            <a:r>
              <a:rPr lang="fr-FR" dirty="0"/>
              <a:t>Nous allons faire </a:t>
            </a:r>
            <a:r>
              <a:rPr lang="fr-FR" dirty="0" err="1"/>
              <a:t>make</a:t>
            </a:r>
            <a:r>
              <a:rPr lang="fr-FR" dirty="0"/>
              <a:t> (génère/génère pas)</a:t>
            </a:r>
          </a:p>
          <a:p>
            <a:pPr lvl="1"/>
            <a:r>
              <a:rPr lang="fr-FR" dirty="0"/>
              <a:t>Puis un </a:t>
            </a:r>
            <a:r>
              <a:rPr lang="fr-FR" dirty="0" err="1"/>
              <a:t>run</a:t>
            </a:r>
            <a:r>
              <a:rPr lang="fr-FR" dirty="0"/>
              <a:t> en local/manuel (marche/marche pas)</a:t>
            </a:r>
          </a:p>
          <a:p>
            <a:pPr lvl="1"/>
            <a:r>
              <a:rPr lang="fr-FR" dirty="0"/>
              <a:t>Une prime au classement</a:t>
            </a:r>
          </a:p>
          <a:p>
            <a:pPr lvl="2"/>
            <a:r>
              <a:rPr lang="fr-FR" dirty="0"/>
              <a:t>1</a:t>
            </a:r>
          </a:p>
          <a:p>
            <a:pPr lvl="2"/>
            <a:r>
              <a:rPr lang="fr-FR" dirty="0"/>
              <a:t>2</a:t>
            </a:r>
          </a:p>
          <a:p>
            <a:pPr lvl="2"/>
            <a:r>
              <a:rPr lang="fr-FR" dirty="0"/>
              <a:t>3-4</a:t>
            </a:r>
          </a:p>
          <a:p>
            <a:pPr lvl="2"/>
            <a:r>
              <a:rPr lang="fr-FR" dirty="0"/>
              <a:t>5-...</a:t>
            </a:r>
          </a:p>
        </p:txBody>
      </p:sp>
    </p:spTree>
    <p:extLst>
      <p:ext uri="{BB962C8B-B14F-4D97-AF65-F5344CB8AC3E}">
        <p14:creationId xmlns:p14="http://schemas.microsoft.com/office/powerpoint/2010/main" val="162411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Contraintes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Logiciel</a:t>
            </a:r>
          </a:p>
          <a:p>
            <a:pPr lvl="1"/>
            <a:r>
              <a:rPr lang="fr-FR" dirty="0"/>
              <a:t>Codage en C, avec des H, pas du CPP avec des HPP ou autres (pas de </a:t>
            </a:r>
            <a:r>
              <a:rPr lang="fr-FR" dirty="0" err="1"/>
              <a:t>py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Opérationnel sur un Linux type Ubuntu</a:t>
            </a:r>
          </a:p>
          <a:p>
            <a:pPr lvl="1"/>
            <a:r>
              <a:rPr lang="fr-FR" dirty="0"/>
              <a:t>Vous utiliserez </a:t>
            </a:r>
            <a:r>
              <a:rPr lang="fr-FR" dirty="0" err="1"/>
              <a:t>gcc</a:t>
            </a:r>
            <a:r>
              <a:rPr lang="fr-FR" dirty="0"/>
              <a:t> (pas </a:t>
            </a:r>
            <a:r>
              <a:rPr lang="fr-FR" dirty="0" err="1"/>
              <a:t>clang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Vous utiliserez gtk4 (pas gtk3)</a:t>
            </a:r>
          </a:p>
          <a:p>
            <a:r>
              <a:rPr lang="fr-FR" dirty="0"/>
              <a:t>Ressources</a:t>
            </a:r>
          </a:p>
          <a:p>
            <a:pPr lvl="1"/>
            <a:r>
              <a:rPr lang="fr-FR" dirty="0"/>
              <a:t>2Go de RAM</a:t>
            </a:r>
          </a:p>
          <a:p>
            <a:pPr lvl="1"/>
            <a:r>
              <a:rPr lang="fr-FR" dirty="0"/>
              <a:t>1 CPU, 1 </a:t>
            </a:r>
            <a:r>
              <a:rPr lang="fr-FR" dirty="0" err="1"/>
              <a:t>coeur</a:t>
            </a:r>
            <a:endParaRPr lang="fr-FR" dirty="0"/>
          </a:p>
          <a:p>
            <a:pPr lvl="1"/>
            <a:r>
              <a:rPr lang="fr-FR" dirty="0"/>
              <a:t>Pas de GPU, TPU, ...</a:t>
            </a:r>
          </a:p>
          <a:p>
            <a:pPr lvl="1"/>
            <a:r>
              <a:rPr lang="fr-FR" dirty="0"/>
              <a:t>Disque ... raisonnable sinon on ne peut pas valider</a:t>
            </a:r>
          </a:p>
          <a:p>
            <a:pPr lvl="1"/>
            <a:r>
              <a:rPr lang="fr-FR" dirty="0"/>
              <a:t>Temps de calcul : 10s ... peut être 12s mais pas 50 !</a:t>
            </a:r>
          </a:p>
          <a:p>
            <a:pPr marL="228600" lvl="1"/>
            <a:r>
              <a:rPr lang="fr-FR" dirty="0"/>
              <a:t>CLI (l'ordre et l'écriture sont impératifs)</a:t>
            </a:r>
          </a:p>
          <a:p>
            <a:pPr lvl="1" defTabSz="912813">
              <a:tabLst>
                <a:tab pos="7535863" algn="l"/>
              </a:tabLst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./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game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-l	exécution en local sans IA</a:t>
            </a:r>
          </a:p>
          <a:p>
            <a:pPr lvl="1">
              <a:tabLst>
                <a:tab pos="7535863" algn="l"/>
              </a:tabLst>
            </a:pPr>
            <a:r>
              <a:rPr lang="fr-FR" dirty="0">
                <a:solidFill>
                  <a:srgbClr val="FF0000"/>
                </a:solidFill>
              </a:rPr>
              <a:t>./</a:t>
            </a:r>
            <a:r>
              <a:rPr lang="fr-FR" dirty="0" err="1">
                <a:solidFill>
                  <a:srgbClr val="FF0000"/>
                </a:solidFill>
              </a:rPr>
              <a:t>game</a:t>
            </a:r>
            <a:r>
              <a:rPr lang="fr-FR" dirty="0">
                <a:solidFill>
                  <a:srgbClr val="FF0000"/>
                </a:solidFill>
              </a:rPr>
              <a:t> -s PPP et ./</a:t>
            </a:r>
            <a:r>
              <a:rPr lang="fr-FR" dirty="0" err="1">
                <a:solidFill>
                  <a:srgbClr val="FF0000"/>
                </a:solidFill>
              </a:rPr>
              <a:t>game</a:t>
            </a:r>
            <a:r>
              <a:rPr lang="fr-FR" dirty="0">
                <a:solidFill>
                  <a:srgbClr val="FF0000"/>
                </a:solidFill>
              </a:rPr>
              <a:t> -c AAAA:PPP 	exécution en réseau sans IA</a:t>
            </a:r>
          </a:p>
          <a:p>
            <a:pPr lvl="1">
              <a:tabLst>
                <a:tab pos="7535863" algn="l"/>
              </a:tabLst>
            </a:pPr>
            <a:r>
              <a:rPr lang="fr-FR" dirty="0">
                <a:solidFill>
                  <a:srgbClr val="FF0000"/>
                </a:solidFill>
              </a:rPr>
              <a:t>./</a:t>
            </a:r>
            <a:r>
              <a:rPr lang="fr-FR" dirty="0" err="1">
                <a:solidFill>
                  <a:srgbClr val="FF0000"/>
                </a:solidFill>
              </a:rPr>
              <a:t>game</a:t>
            </a:r>
            <a:r>
              <a:rPr lang="fr-FR" dirty="0">
                <a:solidFill>
                  <a:srgbClr val="FF0000"/>
                </a:solidFill>
              </a:rPr>
              <a:t> -s -</a:t>
            </a:r>
            <a:r>
              <a:rPr lang="fr-FR" dirty="0" err="1">
                <a:solidFill>
                  <a:srgbClr val="FF0000"/>
                </a:solidFill>
              </a:rPr>
              <a:t>ia</a:t>
            </a:r>
            <a:r>
              <a:rPr lang="fr-FR" dirty="0">
                <a:solidFill>
                  <a:srgbClr val="FF0000"/>
                </a:solidFill>
              </a:rPr>
              <a:t> PPP et ./</a:t>
            </a:r>
            <a:r>
              <a:rPr lang="fr-FR" dirty="0" err="1">
                <a:solidFill>
                  <a:srgbClr val="FF0000"/>
                </a:solidFill>
              </a:rPr>
              <a:t>game</a:t>
            </a:r>
            <a:r>
              <a:rPr lang="fr-FR" dirty="0">
                <a:solidFill>
                  <a:srgbClr val="FF0000"/>
                </a:solidFill>
              </a:rPr>
              <a:t> -c -</a:t>
            </a:r>
            <a:r>
              <a:rPr lang="fr-FR" dirty="0" err="1">
                <a:solidFill>
                  <a:srgbClr val="FF0000"/>
                </a:solidFill>
              </a:rPr>
              <a:t>ia</a:t>
            </a:r>
            <a:r>
              <a:rPr lang="fr-FR" dirty="0">
                <a:solidFill>
                  <a:srgbClr val="FF0000"/>
                </a:solidFill>
              </a:rPr>
              <a:t> AAAA:PPP	exécution en réseau avec IA</a:t>
            </a:r>
          </a:p>
          <a:p>
            <a:pPr lvl="1">
              <a:tabLst>
                <a:tab pos="7535863" algn="l"/>
              </a:tabLst>
            </a:pPr>
            <a:r>
              <a:rPr lang="fr-FR" dirty="0"/>
              <a:t>Nous utiliserons, peut être, PPP=5555 et AAAA=127.0.0.1 ou 10.xxx.yyy.zzz</a:t>
            </a:r>
          </a:p>
          <a:p>
            <a:pPr lvl="1">
              <a:tabLst>
                <a:tab pos="7535863" algn="l"/>
              </a:tabLst>
            </a:pPr>
            <a:r>
              <a:rPr lang="fr-FR" dirty="0"/>
              <a:t>En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bleu</a:t>
            </a:r>
            <a:r>
              <a:rPr lang="fr-FR" dirty="0"/>
              <a:t> la ligne pour tester, en </a:t>
            </a:r>
            <a:r>
              <a:rPr lang="fr-FR" dirty="0">
                <a:solidFill>
                  <a:srgbClr val="FF0000"/>
                </a:solidFill>
              </a:rPr>
              <a:t>rouge</a:t>
            </a:r>
            <a:r>
              <a:rPr lang="fr-FR" dirty="0"/>
              <a:t> les lignes pour les affrontements</a:t>
            </a:r>
          </a:p>
        </p:txBody>
      </p:sp>
    </p:spTree>
    <p:extLst>
      <p:ext uri="{BB962C8B-B14F-4D97-AF65-F5344CB8AC3E}">
        <p14:creationId xmlns:p14="http://schemas.microsoft.com/office/powerpoint/2010/main" val="3331005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Contraintes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/>
              <a:t>IHM</a:t>
            </a:r>
          </a:p>
          <a:p>
            <a:pPr lvl="1"/>
            <a:r>
              <a:rPr lang="fr-FR" dirty="0"/>
              <a:t>L'écran graphique doit faire au maximum 800x500</a:t>
            </a:r>
          </a:p>
          <a:p>
            <a:pPr lvl="1"/>
            <a:r>
              <a:rPr lang="fr-FR" dirty="0"/>
              <a:t>Les sorties standard/erreur ne peuvent pas être ni effacées ni brouillées</a:t>
            </a:r>
          </a:p>
          <a:p>
            <a:pPr lvl="1"/>
            <a:r>
              <a:rPr lang="fr-FR" dirty="0"/>
              <a:t>Sur la console une trace des actions</a:t>
            </a:r>
          </a:p>
          <a:p>
            <a:pPr lvl="2"/>
            <a:r>
              <a:rPr lang="fr-FR" dirty="0"/>
              <a:t>Je (rouge) joue : XXX</a:t>
            </a:r>
          </a:p>
          <a:p>
            <a:pPr lvl="2"/>
            <a:r>
              <a:rPr lang="fr-FR" dirty="0"/>
              <a:t>Je (rouge) envoie : XXX</a:t>
            </a:r>
          </a:p>
          <a:p>
            <a:pPr lvl="2"/>
            <a:r>
              <a:rPr lang="fr-FR" dirty="0"/>
              <a:t>L'adversaire (bleu) propose : YYY</a:t>
            </a:r>
          </a:p>
          <a:p>
            <a:pPr lvl="2"/>
            <a:r>
              <a:rPr lang="fr-FR" dirty="0"/>
              <a:t>La proposition bleu est validée</a:t>
            </a:r>
          </a:p>
          <a:p>
            <a:pPr lvl="1"/>
            <a:r>
              <a:rPr lang="fr-FR" dirty="0"/>
              <a:t>ou</a:t>
            </a:r>
          </a:p>
          <a:p>
            <a:pPr lvl="2"/>
            <a:r>
              <a:rPr lang="fr-FR" dirty="0"/>
              <a:t>L'adversaire (rouge) propose : ZZZ</a:t>
            </a:r>
          </a:p>
          <a:p>
            <a:pPr lvl="2"/>
            <a:r>
              <a:rPr lang="fr-FR" dirty="0"/>
              <a:t>La proposition rouge est validée</a:t>
            </a:r>
          </a:p>
          <a:p>
            <a:pPr lvl="2"/>
            <a:r>
              <a:rPr lang="fr-FR" dirty="0"/>
              <a:t>Je (bleu) joue : WWW</a:t>
            </a:r>
          </a:p>
          <a:p>
            <a:pPr lvl="2"/>
            <a:r>
              <a:rPr lang="fr-FR" dirty="0"/>
              <a:t>Je (bleu) envoie : WWW</a:t>
            </a:r>
          </a:p>
          <a:p>
            <a:pPr lvl="1"/>
            <a:r>
              <a:rPr lang="fr-FR" dirty="0"/>
              <a:t>Au premier problème, ou à la fin de jeu</a:t>
            </a:r>
          </a:p>
          <a:p>
            <a:pPr lvl="2"/>
            <a:r>
              <a:rPr lang="fr-FR" dirty="0"/>
              <a:t>Vous arrêtez avec un message clair sur une ligne et sans brouiller la console</a:t>
            </a:r>
          </a:p>
          <a:p>
            <a:pPr lvl="2"/>
            <a:r>
              <a:rPr lang="fr-FR" dirty="0"/>
              <a:t>L'adversaire (???) a joué KKK qui est impossible - arrêt</a:t>
            </a:r>
          </a:p>
          <a:p>
            <a:pPr lvl="2"/>
            <a:r>
              <a:rPr lang="fr-FR" dirty="0"/>
              <a:t>Je (???) gagne</a:t>
            </a:r>
          </a:p>
          <a:p>
            <a:pPr lvl="2"/>
            <a:r>
              <a:rPr lang="fr-FR" dirty="0"/>
              <a:t>...</a:t>
            </a:r>
          </a:p>
          <a:p>
            <a:r>
              <a:rPr lang="fr-FR" dirty="0" err="1"/>
              <a:t>Repository</a:t>
            </a:r>
            <a:r>
              <a:rPr lang="fr-FR" dirty="0"/>
              <a:t> (</a:t>
            </a:r>
            <a:r>
              <a:rPr lang="fr-FR" dirty="0" err="1"/>
              <a:t>svn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Pas d’artefacts de production (.o, .</a:t>
            </a:r>
            <a:r>
              <a:rPr lang="fr-FR" dirty="0" err="1"/>
              <a:t>exe</a:t>
            </a:r>
            <a:r>
              <a:rPr lang="fr-FR" dirty="0"/>
              <a:t>, .html, .xxx)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3763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Immersion 2025 - Sujet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275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Immersion Questions ?</a:t>
            </a:r>
            <a:endParaRPr lang="fr-FR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6288032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de conception abstraite mélancoliq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6713395_TF03460530" id="{D56D2150-66BB-4399-92E5-5013D4751A61}" vid="{E23525EE-3500-4431-9297-C41BA52D040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Diapositives de conception abstraite mélancolique</Template>
  <TotalTime>18</TotalTime>
  <Words>1063</Words>
  <Application>Microsoft Office PowerPoint</Application>
  <PresentationFormat>Grand écran</PresentationFormat>
  <Paragraphs>247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Gothic</vt:lpstr>
      <vt:lpstr>Modèle de conception abstraite mélancolique</vt:lpstr>
      <vt:lpstr>Immersion</vt:lpstr>
      <vt:lpstr>Immersion 2025</vt:lpstr>
      <vt:lpstr>Immersion 2025 - Généralités</vt:lpstr>
      <vt:lpstr>Immersion 2025 - Calendrier</vt:lpstr>
      <vt:lpstr>Immersion 2025 - Calendrier</vt:lpstr>
      <vt:lpstr>Immersion 2025 - Calendrier</vt:lpstr>
      <vt:lpstr>Immersion 2025 - Groupes</vt:lpstr>
      <vt:lpstr>Immersion 2025 - Groupes</vt:lpstr>
      <vt:lpstr>Immersion 2025 - Attendus</vt:lpstr>
      <vt:lpstr>Immersion 2025 - Attendus</vt:lpstr>
      <vt:lpstr>Immersion 2025 - Contraintes</vt:lpstr>
      <vt:lpstr>Immersion 2025 - Contraintes</vt:lpstr>
      <vt:lpstr>Immersion 2025 - Sujet</vt:lpstr>
      <vt:lpstr>Immersion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Piscine et réseaux</dc:title>
  <dc:creator>Hassenforder</dc:creator>
  <cp:lastModifiedBy>Michel Hassenforder</cp:lastModifiedBy>
  <cp:revision>48</cp:revision>
  <dcterms:created xsi:type="dcterms:W3CDTF">2020-12-01T15:19:15Z</dcterms:created>
  <dcterms:modified xsi:type="dcterms:W3CDTF">2025-09-06T15:16:29Z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74064600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